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8" r:id="rId2"/>
    <p:sldId id="259" r:id="rId3"/>
    <p:sldId id="260" r:id="rId4"/>
    <p:sldId id="263" r:id="rId5"/>
    <p:sldId id="275" r:id="rId6"/>
    <p:sldId id="269" r:id="rId7"/>
    <p:sldId id="270" r:id="rId8"/>
    <p:sldId id="273" r:id="rId9"/>
    <p:sldId id="274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 Kapardar" userId="048e6626b9e711cc" providerId="LiveId" clId="{ECC367D5-A570-49CF-AC0C-53DD27C1D350}"/>
    <pc:docChg chg="modSld">
      <pc:chgData name="Ajit Kapardar" userId="048e6626b9e711cc" providerId="LiveId" clId="{ECC367D5-A570-49CF-AC0C-53DD27C1D350}" dt="2025-05-31T03:57:48.502" v="61" actId="1036"/>
      <pc:docMkLst>
        <pc:docMk/>
      </pc:docMkLst>
      <pc:sldChg chg="modSp mod">
        <pc:chgData name="Ajit Kapardar" userId="048e6626b9e711cc" providerId="LiveId" clId="{ECC367D5-A570-49CF-AC0C-53DD27C1D350}" dt="2025-05-31T03:57:48.502" v="61" actId="1036"/>
        <pc:sldMkLst>
          <pc:docMk/>
          <pc:sldMk cId="2356375840" sldId="258"/>
        </pc:sldMkLst>
        <pc:spChg chg="mod">
          <ac:chgData name="Ajit Kapardar" userId="048e6626b9e711cc" providerId="LiveId" clId="{ECC367D5-A570-49CF-AC0C-53DD27C1D350}" dt="2025-05-31T03:57:48.502" v="61" actId="1036"/>
          <ac:spMkLst>
            <pc:docMk/>
            <pc:sldMk cId="2356375840" sldId="258"/>
            <ac:spMk id="5" creationId="{AF9F93DD-5812-EEFA-83ED-F2B842FD87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4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924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68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64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86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00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66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37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05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579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2C269031-A33B-4678-8C51-FBAA09D2B76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508C103-92B9-4B84-842D-7D7CA1FA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6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96000">
              <a:schemeClr val="accent1">
                <a:lumMod val="45000"/>
                <a:lumOff val="55000"/>
              </a:schemeClr>
            </a:gs>
            <a:gs pos="49000">
              <a:schemeClr val="accent1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8C16-9EB4-09B6-53E1-20392ED0B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596" y="157328"/>
            <a:ext cx="8851830" cy="2203938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9F93DD-5812-EEFA-83ED-F2B842FD8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988" y="4598379"/>
            <a:ext cx="4908923" cy="2705615"/>
          </a:xfrm>
        </p:spPr>
        <p:txBody>
          <a:bodyPr>
            <a:no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 Group 4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AJIT KAPARDAR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CHETAN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RAKSHAN 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KABERU KARTHIK KUMAR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MOHAMMED SHIBLY NAZEER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E466E-6432-BCC6-CA73-0E7D8B824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99" y="1110344"/>
            <a:ext cx="5584807" cy="418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75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5A59-78D1-C664-C67D-D6DF27D5C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0503"/>
            <a:ext cx="10058400" cy="160934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FD4B6-84D0-C3F8-774B-2D86C8106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49847"/>
            <a:ext cx="10353762" cy="40587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provides an analysis of E-Commerce operations using data insights.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data provides valuable insights into customer behavior, product performance, and market trends across various regions and platforms.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understand customer purchasing patterns, optimize operational efficiency, and identify key business growth opportunities.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53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F4F8-C89B-64B2-2067-6AA284F1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40968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During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B0100-2BD6-499C-5C25-13EECEC6D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625600"/>
            <a:ext cx="10058400" cy="474776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Formatting: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date formats (e.g., order date, delivery date) and normalized column names.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currency symbols (₹, $, etc.) and percentage signs from discount fields for clarity.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records had missing data for key fields such as customer ID, product ID, or purchase amount.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imputation techniques or removed incomplete records based on impact.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Data Types: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amount, quantity, and discount values were sometimes stored as text instead of numeric format.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these to appropriate data types for accurate analysis and calculations.</a:t>
            </a:r>
          </a:p>
          <a:p>
            <a:pPr>
              <a:lnSpc>
                <a:spcPct val="100000"/>
              </a:lnSpc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8644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76AA3-17C5-8D8F-CEE3-AF8F9755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431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– E-commerce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1BF93EE-F8EB-25D4-B1B6-C25F0F1D5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752" y="1338943"/>
            <a:ext cx="10403568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1.Customer Behavior Patterns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shopping times observed during weekends and festive seasons.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customers contribute to a significant portion of total revenue.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2.Top-Performing Products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small percentage of products (e.g., top 20%) generate the majority of sales.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categories include electronics, fashion, and home essentials.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3.Sales and Revenue Trends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month-over-month growth in online sales.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Flash sales and discount campaigns lead to noticeable spikes in revenue.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4.Cart Abandonment Rates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abandonment rate (~60–70%) observed during checkout.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causes include high shipping costs and complex checkout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97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CE765-F8BE-C050-09E5-7EFEE55C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0182-A743-585D-4028-93A26467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431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– E-commerce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EA515FD-ADED-1A97-5C39-552CA2B1D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9085" y="1509084"/>
            <a:ext cx="9605322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5.Geographical Trends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Metro cities contribute the highest to sales, while Tier-2 and Tier-3 cities show growing interest.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preferences influence product demand.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6.Marketing Effectiveness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and social media campaigns show high engagement but varied conversion rates.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lead to better click-through and purchase rates.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.Customer Segmentation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high-value customers based on frequency and amount of purchases.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helps in targeted marketing and personalized offers.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79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420F7-D08B-931E-1F5F-2556B565B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096" y="0"/>
            <a:ext cx="12562191" cy="67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0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8AA6A-787E-343E-2C03-29CBC9D7F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68749C-B20B-2BFA-E8F0-CABB526CF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897"/>
            <a:ext cx="12192000" cy="669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95A03-83A2-739E-8A87-F89ADA41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77695-992F-FA65-A5A3-B569C1275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" t="4509" r="1874" b="22222"/>
          <a:stretch/>
        </p:blipFill>
        <p:spPr>
          <a:xfrm>
            <a:off x="-212272" y="0"/>
            <a:ext cx="13010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32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43530B-00AB-F430-12D6-C15E36610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71A9-7A8C-8E68-8E3A-A31C758E0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65649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D8FB5-F860-5751-44F4-5158904BB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896" y="1728216"/>
            <a:ext cx="4754880" cy="640080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8F4D3-69D4-6230-36AC-8BE2BE103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224" y="1806150"/>
            <a:ext cx="4754880" cy="640080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F6C07DD-7D18-A808-5199-2C6DF3D712E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6305" y="2645348"/>
            <a:ext cx="55843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regions drive the majority of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metro cities contributing significantly more than rural areas.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volumes peak during festive seasons and weekends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seasonal buying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Top-selling products account for a majority of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slow-moving inventory adds to holding costs.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cart abandonment rates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highlight friction in the checkout process and the impact of shipping costs or delays.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6028A15-B1AE-C398-0870-D79E2BD4F05B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584327" y="2732434"/>
            <a:ext cx="530287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High-Demand Product Lines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Increase inventory and visibility of best-selling products to meet consumer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Weekend &amp; Festive Engagement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Launch targeted promotions and discounts during peak shopping periods.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Emerging Markets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Focus marketing and logistics on Tier-2/Tier-3 cities to unlock new customer 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973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0AEBA-4588-F74C-CB0E-DAB6E653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950DE-0BCF-A9BF-8244-276C799381A3}"/>
              </a:ext>
            </a:extLst>
          </p:cNvPr>
          <p:cNvSpPr txBox="1"/>
          <p:nvPr/>
        </p:nvSpPr>
        <p:spPr>
          <a:xfrm>
            <a:off x="989276" y="1996186"/>
            <a:ext cx="10213447" cy="378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E-commerce business insights highlight key opportunities to boost market performance and operational efficiency.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data-driven approach suggests focusing on expanding high-demand product categories, optimizing pricing and discount strategies, and enhancing weekend and festive season sales engagement.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Additionally, benchmarking against top-performing competitors and targeting emerging customer segments can drive sustainable growth.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By implementing these strategic decisions, the e-commerce platform can strengthen its competitive position and maximize profitability in the online retail market.</a:t>
            </a:r>
          </a:p>
        </p:txBody>
      </p:sp>
    </p:spTree>
    <p:extLst>
      <p:ext uri="{BB962C8B-B14F-4D97-AF65-F5344CB8AC3E}">
        <p14:creationId xmlns:p14="http://schemas.microsoft.com/office/powerpoint/2010/main" val="2977288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F280-B2E2-42A8-D27F-45C6DEF45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43201"/>
            <a:ext cx="10353762" cy="970450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97796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Wood 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2299</TotalTime>
  <Words>589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Century Gothic</vt:lpstr>
      <vt:lpstr>Times New Roman</vt:lpstr>
      <vt:lpstr>Wingdings</vt:lpstr>
      <vt:lpstr>Wood Type</vt:lpstr>
      <vt:lpstr>E-COMMERCE</vt:lpstr>
      <vt:lpstr>Overview</vt:lpstr>
      <vt:lpstr>Challenges Faced During Data cleaning</vt:lpstr>
      <vt:lpstr>Key Insights – E-commerce</vt:lpstr>
      <vt:lpstr>Key Insights – E-commerce</vt:lpstr>
      <vt:lpstr>PowerPoint Presentation</vt:lpstr>
      <vt:lpstr>PowerPoint Presentation</vt:lpstr>
      <vt:lpstr>PowerPoint Presentation</vt:lpstr>
      <vt:lpstr>PowerPoint Presentation</vt:lpstr>
      <vt:lpstr>Conclusion &amp;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Phuke</dc:creator>
  <cp:lastModifiedBy>Ajit Kapardar</cp:lastModifiedBy>
  <cp:revision>15</cp:revision>
  <dcterms:created xsi:type="dcterms:W3CDTF">2025-03-20T07:31:12Z</dcterms:created>
  <dcterms:modified xsi:type="dcterms:W3CDTF">2025-05-31T03:57:51Z</dcterms:modified>
</cp:coreProperties>
</file>